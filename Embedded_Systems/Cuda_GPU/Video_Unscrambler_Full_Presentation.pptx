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Recover a scrambled video by finding the secret key (r,s).</a:t>
            </a:r>
          </a:p>
          <a:p>
            <a:r>
              <a:t>Reverse Pay-TV style line permutation using CUDA on Jetson Nano.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Given a scrambled video where each frame’s lines are permuted using unknown (r,s),</a:t>
            </a:r>
          </a:p>
          <a:p>
            <a:r>
              <a:t>find the correct key among 32,768 and reconstruct the original video in real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Scrambled Video?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Scrambled video = lines of each frame rearranged.</a:t>
            </a:r>
          </a:p>
          <a:p>
            <a:r>
              <a:t>Without correct key, image becomes unreadable and noisy.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Scrambling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scrambledIndex = (r + (2s+1)*idLine) % blockSize.</a:t>
            </a:r>
          </a:p>
          <a:p>
            <a:r>
              <a:t>blockSize = largest power-of-two ≤ frame height.</a:t>
            </a:r>
          </a:p>
          <a:p>
            <a:r>
              <a:t>Applied block-by-block.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to Scramble a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Split frame height into power‑of‑two blocks.</a:t>
            </a:r>
          </a:p>
          <a:p>
            <a:r>
              <a:t>2) Compute new line positions using (r,s).</a:t>
            </a:r>
          </a:p>
          <a:p>
            <a:r>
              <a:t>3) Move lines to scrambled positions.</a:t>
            </a:r>
          </a:p>
          <a:p>
            <a:r>
              <a:t>4) Repeat for all blocks.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Steps to UnScramble a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Try all 32,768 keys.</a:t>
            </a:r>
          </a:p>
          <a:p>
            <a:r>
              <a:t>2) Generate inverse permutation for each.</a:t>
            </a:r>
          </a:p>
          <a:p>
            <a:r>
              <a:t>3) Score the result using line similarity.</a:t>
            </a:r>
          </a:p>
          <a:p>
            <a:r>
              <a:t>4) Pick best key.</a:t>
            </a:r>
          </a:p>
          <a:p>
            <a:r>
              <a:t>5) Apply permutation to all frames.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Use CUDA?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search is computationally heavy.</a:t>
            </a:r>
          </a:p>
          <a:p>
            <a:r>
              <a:t>GPU allows thousands of threads to test keys in parallel.</a:t>
            </a:r>
          </a:p>
          <a:p>
            <a:r>
              <a:t>Enables real‑time decoding.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Search Technique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CPU generates all permutations.</a:t>
            </a:r>
          </a:p>
          <a:p>
            <a:r>
              <a:t>GPU computes similarity score (SSD) for each key.</a:t>
            </a:r>
          </a:p>
          <a:p>
            <a:r>
              <a:t>Lowest score = best key.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Similarity Scoring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SSD = sum of squared pixel differences between adjacent lines.</a:t>
            </a:r>
          </a:p>
          <a:p>
            <a:r>
              <a:t>Correct key -&gt; smooth transitions.</a:t>
            </a:r>
          </a:p>
          <a:p>
            <a:r>
              <a:t>Wrong key -&gt; big jumps.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CUDA Kernel: scoreKeysKernel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Each CUDA block = one key.</a:t>
            </a:r>
          </a:p>
          <a:p>
            <a:r>
              <a:t>Threads compute partial SSD.</a:t>
            </a:r>
          </a:p>
          <a:p>
            <a:r>
              <a:t>Shared memory reduction creates final key score.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CUDA Kernel: unscrambleKernel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Thread-per-pixel mapping.</a:t>
            </a:r>
          </a:p>
          <a:p>
            <a:r>
              <a:t>output(y,x) = input( permClean2Scr[y], x ).</a:t>
            </a:r>
          </a:p>
          <a:p>
            <a:r>
              <a:t>Efficient, coalesced, real‑time.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Read video via OpenCV.</a:t>
            </a:r>
          </a:p>
          <a:p>
            <a:r>
              <a:t>2) Grayscale first frame.</a:t>
            </a:r>
          </a:p>
          <a:p>
            <a:r>
              <a:t>3) CPU generates permutations.</a:t>
            </a:r>
          </a:p>
          <a:p>
            <a:r>
              <a:t>4) GPU scores keys.</a:t>
            </a:r>
          </a:p>
          <a:p>
            <a:r>
              <a:t>5) Best key found.</a:t>
            </a:r>
          </a:p>
          <a:p>
            <a:r>
              <a:t>6) GPU unscrambles all frames.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Correct key recovered reliably.</a:t>
            </a:r>
          </a:p>
          <a:p>
            <a:r>
              <a:t>Real-time playback achieved.</a:t>
            </a:r>
          </a:p>
          <a:p>
            <a:r>
              <a:t>Clean video successfully reconstructed.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Project meets all guidelines.</a:t>
            </a:r>
          </a:p>
          <a:p>
            <a:r>
              <a:t>Implements scrambling math, brute-force search, CUDA optimization.</a:t>
            </a:r>
          </a:p>
          <a:p>
            <a:r>
              <a:t>Fully functional video unscrambler.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