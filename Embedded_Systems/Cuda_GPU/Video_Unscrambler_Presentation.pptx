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CUDA Video UnScrambler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Recovering scrambled video using GPU brute-force search</a:t>
            </a:r>
          </a:p>
          <a:p>
            <a:r>
              <a:t>Jetson Nano – CUDA + OpenCV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Old Pay-TV scrambling by line permutation</a:t>
            </a:r>
          </a:p>
          <a:p>
            <a:r>
              <a:t>Goal: recover key (r,s) and unscramble video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Scrambling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scrambledIndex = (r + (2s+1)*idLine) % size</a:t>
            </a:r>
          </a:p>
          <a:p>
            <a:r>
              <a:t>Block sizes are powers of two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1) Read scrambled frame</a:t>
            </a:r>
          </a:p>
          <a:p>
            <a:r>
              <a:t>2) CPU: generate 32768 permutations</a:t>
            </a:r>
          </a:p>
          <a:p>
            <a:r>
              <a:t>3) GPU: score keys</a:t>
            </a:r>
          </a:p>
          <a:p>
            <a:r>
              <a:t>4) GPU: unscramble frames</a:t>
            </a:r>
          </a:p>
          <a:p>
            <a:r>
              <a:t>5) Display + save output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Permutation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Iterative power-of-two blocks</a:t>
            </a:r>
          </a:p>
          <a:p>
            <a:r>
              <a:t>Implements guideline formula exactly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Brute-Force Key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256 values of r × 128 values of s = 32768 keys</a:t>
            </a:r>
          </a:p>
          <a:p>
            <a:r>
              <a:t>Fully exhaustive search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Similarity 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Euclidean distance between adjacent lines</a:t>
            </a:r>
          </a:p>
          <a:p>
            <a:r>
              <a:t>Lower score = correct key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CUDA Kernel: scoreKeysKernel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 block = one key</a:t>
            </a:r>
          </a:p>
          <a:p>
            <a:r>
              <a:t>128 threads compute SSD in parallel</a:t>
            </a:r>
          </a:p>
          <a:p>
            <a:r>
              <a:t>Shared memory reduction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CUDA Kernel: unscrambleKernel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Thread-per-pixel remapping</a:t>
            </a:r>
          </a:p>
          <a:p>
            <a:r>
              <a:t>Coalesced memory access for speed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Pixel sampling (stride 4)</a:t>
            </a:r>
          </a:p>
          <a:p>
            <a:r>
              <a:t>Batching keys</a:t>
            </a:r>
          </a:p>
          <a:p>
            <a:r>
              <a:t>Shared memory reductions</a:t>
            </a:r>
          </a:p>
          <a:p>
            <a:r>
              <a:t>Grayscale scoring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unscrambler.cu: kernels, main loop</a:t>
            </a:r>
          </a:p>
          <a:p>
            <a:r>
              <a:t>CMakeLists.txt: CUDA + OpenCV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Correct key recovered</a:t>
            </a:r>
          </a:p>
          <a:p>
            <a:r>
              <a:t>Real-time playback</a:t>
            </a:r>
          </a:p>
          <a:p>
            <a:r>
              <a:t>Clean output video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GPU-accelerated unscrambler</a:t>
            </a:r>
          </a:p>
          <a:p>
            <a:r>
              <a:t>Efficient, accurate, real-time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